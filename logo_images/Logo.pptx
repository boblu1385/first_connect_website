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4A4A"/>
    <a:srgbClr val="B0DA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9" d="100"/>
          <a:sy n="69" d="100"/>
        </p:scale>
        <p:origin x="20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8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06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399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470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00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281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42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005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366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337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75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673968-EB4A-4ACE-9624-571A35D0F85A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30F4BD-D62D-42AE-A70B-3729C222C6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766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B2349CE5-8BC2-D7B7-E7B8-E877897F9864}"/>
              </a:ext>
            </a:extLst>
          </p:cNvPr>
          <p:cNvSpPr/>
          <p:nvPr/>
        </p:nvSpPr>
        <p:spPr>
          <a:xfrm>
            <a:off x="1" y="408756"/>
            <a:ext cx="6858000" cy="6040490"/>
          </a:xfrm>
          <a:prstGeom prst="ellipse">
            <a:avLst/>
          </a:prstGeom>
          <a:solidFill>
            <a:srgbClr val="B0DAB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AC1E78-D1F7-DEE1-C4EF-962AA6A8D1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81" y="1324618"/>
            <a:ext cx="5515240" cy="4308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23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Lindsey Lewandowski M.S. CCC-SLP</dc:creator>
  <cp:lastModifiedBy>Lindsey Lewandowski M.S. CCC-SLP</cp:lastModifiedBy>
  <cp:revision>2</cp:revision>
  <dcterms:created xsi:type="dcterms:W3CDTF">2026-05-09T22:42:34Z</dcterms:created>
  <dcterms:modified xsi:type="dcterms:W3CDTF">2026-05-19T02:13:12Z</dcterms:modified>
</cp:coreProperties>
</file>