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B0D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65D6-B858-F263-5396-3C789F2C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20235-0FCA-D0D9-BCD6-5403D62EF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54201-9A47-1C43-ED95-B6094865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81176-76E8-FEC7-A453-EF8A7832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B898D-A838-5C1F-1F0A-2BC51233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8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B96E-954A-F539-C901-E19A7EA3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CC52B-C9E2-B2E1-F9FE-1876C6999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66788-8078-8D63-8BD5-01128510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E3F2C-1731-CFAC-8CCA-5F196D1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F4FC-CF13-DC31-AFBB-1834098C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1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4D99-D4C0-760B-E17E-12842E8D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EE7B2-0D27-A562-0E91-BE6DA9FE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EF21C-DEB2-967F-A566-5DCF0E64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23F32-AF2C-58ED-7BC9-92E85BEA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4BEB-5120-4BA9-CC99-9644680F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5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A69F-B1A9-412D-816D-18028FA5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9DD9-A463-6666-2142-4EF28D9E4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6FB43-A54B-6642-FB55-52FDDA9A2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5823-325A-15A3-CDD1-07DDC9F3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10EA2-15C6-19E5-A22E-89FEBA60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FE768-7ED5-5CD4-3C3D-EA4E2F57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3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9B7C-2DB5-F378-A3F1-343C30D4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EA2FA-E216-24DE-F721-85ADE5C7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80BCC-65E6-0270-C18A-59F8A678F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B3629-B04D-745E-451F-6E89AAD36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ABCD7-8F86-F07A-881A-DE74BB664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D9C60-6100-B412-2B0B-046A1087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EFCBC-75BB-BF03-412A-2E24C126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33C21-38AB-FAB3-276F-4E6D8FC4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8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A347-EBFE-B711-BD51-AC519D3A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2B38A-69C5-5A2C-C04C-095594408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5E1DF-6E2B-E0CC-8862-579D5DA4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B9870-D6E8-05F9-F879-35AEE134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7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E9F92-4B60-E593-1183-7A4CF4CD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0027B-1797-D982-B664-6608BA34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F51CC-E0D3-6BA2-DA8F-B24EF657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5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0B1F-17D1-A58F-617C-82C973F8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63C0-0B00-D68C-7960-CA0AFC43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5D754-2C49-B0C5-B799-8DA55B384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E93FC-3BDC-D0CE-05FA-1F05CB67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B91D1-2A00-6D0A-2C23-9B38DB3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3A3C1-9215-6AAA-1A39-05ED3BD3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4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BE31-AFEE-13B0-C11A-9B1B8539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685B5-6A4A-57D6-55BA-D635F0037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837E0-2F82-C0BB-73BF-29CE2DFBB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71313-E80B-D58F-E7E4-5BB37933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84C9D-52A3-A6D4-A773-CC40BD4B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2A5F9-8CFC-C384-CDA0-BCB0EE2D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5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725C-D95F-8980-5F6B-DC0787A1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451E1-A833-712F-2ECA-EEB2414D7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FC5D-124B-7749-5781-8211003C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AD0A2-2FA2-70CE-6881-B1110736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1DD29-7E25-1B5C-B677-E830F671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2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40CF8-23E2-5B7F-0585-607A124D9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6C132-2E86-3A98-CA7E-13619A6D4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A85F0-30C9-C857-0FAF-9B71C6828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E4DC-A487-9AD2-5F86-B3B38BAE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0DFC4-5164-D3B5-64D8-F0511CED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E2C87-10FE-0886-AED1-E85728ED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5DF42-9BEF-A8F4-12F0-4093D9E21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4E744-C06D-96CA-DB2D-518D359D1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73968-EB4A-4ACE-9624-571A35D0F85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6E2BF-3386-2A29-ECA5-A572FFE68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861E2-5729-92BB-4BE9-F3C41D08C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0F4BD-D62D-42AE-A70B-3729C222C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7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2349CE5-8BC2-D7B7-E7B8-E877897F9864}"/>
              </a:ext>
            </a:extLst>
          </p:cNvPr>
          <p:cNvSpPr/>
          <p:nvPr/>
        </p:nvSpPr>
        <p:spPr>
          <a:xfrm>
            <a:off x="2260600" y="50800"/>
            <a:ext cx="7670800" cy="6756400"/>
          </a:xfrm>
          <a:prstGeom prst="ellipse">
            <a:avLst/>
          </a:prstGeom>
          <a:solidFill>
            <a:srgbClr val="B0DA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C1E78-D1F7-DEE1-C4EF-962AA6A8D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551" y="1108174"/>
            <a:ext cx="6168898" cy="481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Lindsey Lewandowski M.S. CCC-SLP</dc:creator>
  <cp:lastModifiedBy>Lindsey Lewandowski M.S. CCC-SLP</cp:lastModifiedBy>
  <cp:revision>1</cp:revision>
  <dcterms:created xsi:type="dcterms:W3CDTF">2026-05-09T22:42:34Z</dcterms:created>
  <dcterms:modified xsi:type="dcterms:W3CDTF">2026-05-09T23:29:15Z</dcterms:modified>
</cp:coreProperties>
</file>